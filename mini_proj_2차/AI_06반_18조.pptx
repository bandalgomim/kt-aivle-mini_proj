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윤고딕 Bold" charset="1" panose="020B0803000000000000"/>
      <p:regular r:id="rId14"/>
    </p:embeddedFont>
    <p:embeddedFont>
      <p:font typeface="Lato Heavy" charset="1" panose="020F0502020204030203"/>
      <p:regular r:id="rId15"/>
    </p:embeddedFont>
    <p:embeddedFont>
      <p:font typeface="Noto Sans Kr" charset="1" panose="020B0200000000000000"/>
      <p:regular r:id="rId16"/>
    </p:embeddedFont>
    <p:embeddedFont>
      <p:font typeface="Noto Sans Kr Bold" charset="1" panose="020B0200000000000000"/>
      <p:regular r:id="rId17"/>
    </p:embeddedFont>
    <p:embeddedFont>
      <p:font typeface="윤고딕 Semi-Bold" charset="1" panose="020B0603000000000000"/>
      <p:regular r:id="rId18"/>
    </p:embeddedFont>
    <p:embeddedFont>
      <p:font typeface="Montserrat Semi-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87541" y="1779860"/>
            <a:ext cx="6032482" cy="60324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10243" y="1779860"/>
            <a:ext cx="6032482" cy="60324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4432683"/>
            <a:ext cx="12556372" cy="279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spc="-17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교육용 AI Agent</a:t>
            </a:r>
          </a:p>
          <a:p>
            <a:pPr algn="l">
              <a:lnSpc>
                <a:spcPts val="1088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302217"/>
            <a:ext cx="4566014" cy="95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9"/>
              </a:lnSpc>
            </a:pPr>
            <a:r>
              <a:rPr lang="en-US" sz="2935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KT AIVLE AI</a:t>
            </a:r>
          </a:p>
          <a:p>
            <a:pPr algn="just">
              <a:lnSpc>
                <a:spcPts val="3669"/>
              </a:lnSpc>
            </a:pPr>
            <a:r>
              <a:rPr lang="en-US" sz="2935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6반 18조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39702" y="7851775"/>
            <a:ext cx="3552403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73"/>
              </a:lnSpc>
            </a:pPr>
            <a:r>
              <a:rPr lang="en-US" sz="2123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검토담당자 / 음성변환</a:t>
            </a:r>
          </a:p>
          <a:p>
            <a:pPr algn="r">
              <a:lnSpc>
                <a:spcPts val="2973"/>
              </a:lnSpc>
            </a:pPr>
            <a:r>
              <a:rPr lang="en-US" sz="2123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검토담당자 / 영상합성</a:t>
            </a:r>
          </a:p>
          <a:p>
            <a:pPr algn="r">
              <a:lnSpc>
                <a:spcPts val="2973"/>
              </a:lnSpc>
            </a:pPr>
            <a:r>
              <a:rPr lang="en-US" sz="2123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검토담당자 / 강의스크립트 생성</a:t>
            </a:r>
          </a:p>
          <a:p>
            <a:pPr algn="r">
              <a:lnSpc>
                <a:spcPts val="2973"/>
              </a:lnSpc>
            </a:pPr>
            <a:r>
              <a:rPr lang="en-US" sz="2123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타임키퍼 / 통합테스트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29705" y="7831140"/>
            <a:ext cx="1824897" cy="147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권오현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김성준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방리오, 김창민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박진용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4481" y="7821615"/>
            <a:ext cx="3069474" cy="148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7"/>
              </a:lnSpc>
            </a:pPr>
            <a:r>
              <a:rPr lang="en-US" sz="2112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조장 / State 관리자</a:t>
            </a:r>
          </a:p>
          <a:p>
            <a:pPr algn="r">
              <a:lnSpc>
                <a:spcPts val="2957"/>
              </a:lnSpc>
            </a:pPr>
            <a:r>
              <a:rPr lang="en-US" sz="2112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발표자 / 강의스크립트생성</a:t>
            </a:r>
          </a:p>
          <a:p>
            <a:pPr algn="r">
              <a:lnSpc>
                <a:spcPts val="2957"/>
              </a:lnSpc>
            </a:pPr>
            <a:r>
              <a:rPr lang="en-US" sz="2112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PPT 제작자 / PPT분석</a:t>
            </a:r>
          </a:p>
          <a:p>
            <a:pPr algn="r">
              <a:lnSpc>
                <a:spcPts val="2957"/>
              </a:lnSpc>
            </a:pPr>
            <a:r>
              <a:rPr lang="en-US" sz="2112" b="true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서기 / Graph 관리자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77204" y="7869239"/>
            <a:ext cx="866077" cy="147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조승대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류지후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서영욱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김만서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535853"/>
            <a:ext cx="1255637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강사와 수강자 두 주체를 고려한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9445" y="1915253"/>
            <a:ext cx="1137177" cy="113717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19445" y="3688358"/>
            <a:ext cx="1137177" cy="113717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9445" y="5461464"/>
            <a:ext cx="1137177" cy="11371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9445" y="7234570"/>
            <a:ext cx="1137177" cy="113717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91594" y="3058467"/>
            <a:ext cx="6144858" cy="5953774"/>
          </a:xfrm>
          <a:custGeom>
            <a:avLst/>
            <a:gdLst/>
            <a:ahLst/>
            <a:cxnLst/>
            <a:rect r="r" b="b" t="t" l="l"/>
            <a:pathLst>
              <a:path h="5953774" w="6144858">
                <a:moveTo>
                  <a:pt x="0" y="0"/>
                </a:moveTo>
                <a:lnTo>
                  <a:pt x="6144858" y="0"/>
                </a:lnTo>
                <a:lnTo>
                  <a:pt x="6144858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30371" y="2133004"/>
            <a:ext cx="3981590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기능 개요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30371" y="3906109"/>
            <a:ext cx="6459227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핵심 기능설명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30371" y="5679215"/>
            <a:ext cx="5568511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최종 산출물 및 개선사항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30371" y="7452321"/>
            <a:ext cx="6459227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QnA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12944"/>
            <a:ext cx="7097669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b="true" sz="75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목   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96714" y="2082108"/>
            <a:ext cx="982639" cy="77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899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96714" y="3855214"/>
            <a:ext cx="982639" cy="77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899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96714" y="5628319"/>
            <a:ext cx="982639" cy="77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899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96714" y="7401425"/>
            <a:ext cx="982639" cy="77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899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11913" y="5447107"/>
            <a:ext cx="7682545" cy="709698"/>
            <a:chOff x="0" y="0"/>
            <a:chExt cx="1948298" cy="179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8298" cy="179980"/>
            </a:xfrm>
            <a:custGeom>
              <a:avLst/>
              <a:gdLst/>
              <a:ahLst/>
              <a:cxnLst/>
              <a:rect r="r" b="b" t="t" l="l"/>
              <a:pathLst>
                <a:path h="179980" w="1948298">
                  <a:moveTo>
                    <a:pt x="0" y="0"/>
                  </a:moveTo>
                  <a:lnTo>
                    <a:pt x="1948298" y="0"/>
                  </a:lnTo>
                  <a:lnTo>
                    <a:pt x="1948298" y="179980"/>
                  </a:lnTo>
                  <a:lnTo>
                    <a:pt x="0" y="17998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48298" cy="199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74946" y="4618774"/>
            <a:ext cx="5989635" cy="3710834"/>
          </a:xfrm>
          <a:custGeom>
            <a:avLst/>
            <a:gdLst/>
            <a:ahLst/>
            <a:cxnLst/>
            <a:rect r="r" b="b" t="t" l="l"/>
            <a:pathLst>
              <a:path h="3710834" w="5989635">
                <a:moveTo>
                  <a:pt x="0" y="0"/>
                </a:moveTo>
                <a:lnTo>
                  <a:pt x="5989635" y="0"/>
                </a:lnTo>
                <a:lnTo>
                  <a:pt x="5989635" y="3710835"/>
                </a:lnTo>
                <a:lnTo>
                  <a:pt x="0" y="3710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36978" y="6937855"/>
            <a:ext cx="11057480" cy="709698"/>
            <a:chOff x="0" y="0"/>
            <a:chExt cx="2804183" cy="179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4183" cy="179980"/>
            </a:xfrm>
            <a:custGeom>
              <a:avLst/>
              <a:gdLst/>
              <a:ahLst/>
              <a:cxnLst/>
              <a:rect r="r" b="b" t="t" l="l"/>
              <a:pathLst>
                <a:path h="179980" w="2804183">
                  <a:moveTo>
                    <a:pt x="0" y="0"/>
                  </a:moveTo>
                  <a:lnTo>
                    <a:pt x="2804183" y="0"/>
                  </a:lnTo>
                  <a:lnTo>
                    <a:pt x="2804183" y="179980"/>
                  </a:lnTo>
                  <a:lnTo>
                    <a:pt x="0" y="17998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804183" cy="199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1254" y="2288292"/>
            <a:ext cx="11569313" cy="122506"/>
            <a:chOff x="0" y="0"/>
            <a:chExt cx="2933984" cy="310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33984" cy="31068"/>
            </a:xfrm>
            <a:custGeom>
              <a:avLst/>
              <a:gdLst/>
              <a:ahLst/>
              <a:cxnLst/>
              <a:rect r="r" b="b" t="t" l="l"/>
              <a:pathLst>
                <a:path h="31068" w="2933984">
                  <a:moveTo>
                    <a:pt x="0" y="0"/>
                  </a:moveTo>
                  <a:lnTo>
                    <a:pt x="2933984" y="0"/>
                  </a:lnTo>
                  <a:lnTo>
                    <a:pt x="2933984" y="31068"/>
                  </a:lnTo>
                  <a:lnTo>
                    <a:pt x="0" y="31068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933984" cy="50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760829" y="5567006"/>
            <a:ext cx="7384712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4종의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음성 지원(</a:t>
            </a:r>
            <a:r>
              <a:rPr lang="en-US" sz="2749">
                <a:solidFill>
                  <a:srgbClr val="96482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ex: 친한 선배, 대학 교수님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52500"/>
            <a:ext cx="567307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spc="-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기능 개요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36978" y="7057753"/>
            <a:ext cx="1105748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수강자의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학습 기반상태(</a:t>
            </a:r>
            <a:r>
              <a:rPr lang="en-US" sz="2749">
                <a:solidFill>
                  <a:srgbClr val="96482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전공자/비전공자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)에 따라 난이도 선택가능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4946" y="3155099"/>
            <a:ext cx="15707202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99"/>
              </a:lnSpc>
            </a:pPr>
            <a:r>
              <a:rPr lang="en-US" sz="39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제공된</a:t>
            </a:r>
            <a:r>
              <a:rPr lang="en-US" sz="39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PPT를 분석하여 요약과 강의 스크립트를 작성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85691" y="3899392"/>
            <a:ext cx="8596457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99"/>
              </a:lnSpc>
            </a:pPr>
            <a:r>
              <a:rPr lang="en-US" sz="39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TTS와 영상 서비스를 제공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1254" y="2288292"/>
            <a:ext cx="11569313" cy="122506"/>
            <a:chOff x="0" y="0"/>
            <a:chExt cx="2933984" cy="31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3984" cy="31068"/>
            </a:xfrm>
            <a:custGeom>
              <a:avLst/>
              <a:gdLst/>
              <a:ahLst/>
              <a:cxnLst/>
              <a:rect r="r" b="b" t="t" l="l"/>
              <a:pathLst>
                <a:path h="31068" w="2933984">
                  <a:moveTo>
                    <a:pt x="0" y="0"/>
                  </a:moveTo>
                  <a:lnTo>
                    <a:pt x="2933984" y="0"/>
                  </a:lnTo>
                  <a:lnTo>
                    <a:pt x="2933984" y="31068"/>
                  </a:lnTo>
                  <a:lnTo>
                    <a:pt x="0" y="31068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33984" cy="50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6146" y="5508392"/>
            <a:ext cx="5196522" cy="709698"/>
            <a:chOff x="0" y="0"/>
            <a:chExt cx="1317841" cy="179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841" cy="179980"/>
            </a:xfrm>
            <a:custGeom>
              <a:avLst/>
              <a:gdLst/>
              <a:ahLst/>
              <a:cxnLst/>
              <a:rect r="r" b="b" t="t" l="l"/>
              <a:pathLst>
                <a:path h="179980" w="1317841">
                  <a:moveTo>
                    <a:pt x="0" y="0"/>
                  </a:moveTo>
                  <a:lnTo>
                    <a:pt x="1317841" y="0"/>
                  </a:lnTo>
                  <a:lnTo>
                    <a:pt x="1317841" y="179980"/>
                  </a:lnTo>
                  <a:lnTo>
                    <a:pt x="0" y="17998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17841" cy="199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6146" y="6811397"/>
            <a:ext cx="7072746" cy="709698"/>
            <a:chOff x="0" y="0"/>
            <a:chExt cx="1793652" cy="1799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3652" cy="179980"/>
            </a:xfrm>
            <a:custGeom>
              <a:avLst/>
              <a:gdLst/>
              <a:ahLst/>
              <a:cxnLst/>
              <a:rect r="r" b="b" t="t" l="l"/>
              <a:pathLst>
                <a:path h="179980" w="1793652">
                  <a:moveTo>
                    <a:pt x="0" y="0"/>
                  </a:moveTo>
                  <a:lnTo>
                    <a:pt x="1793652" y="0"/>
                  </a:lnTo>
                  <a:lnTo>
                    <a:pt x="1793652" y="179980"/>
                  </a:lnTo>
                  <a:lnTo>
                    <a:pt x="0" y="17998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793652" cy="199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231835" y="3945847"/>
            <a:ext cx="3926011" cy="6341153"/>
          </a:xfrm>
          <a:custGeom>
            <a:avLst/>
            <a:gdLst/>
            <a:ahLst/>
            <a:cxnLst/>
            <a:rect r="r" b="b" t="t" l="l"/>
            <a:pathLst>
              <a:path h="6341153" w="3926011">
                <a:moveTo>
                  <a:pt x="0" y="0"/>
                </a:moveTo>
                <a:lnTo>
                  <a:pt x="3926011" y="0"/>
                </a:lnTo>
                <a:lnTo>
                  <a:pt x="3926011" y="6341153"/>
                </a:lnTo>
                <a:lnTo>
                  <a:pt x="0" y="6341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57846" y="3270337"/>
            <a:ext cx="3961827" cy="7016663"/>
          </a:xfrm>
          <a:custGeom>
            <a:avLst/>
            <a:gdLst/>
            <a:ahLst/>
            <a:cxnLst/>
            <a:rect r="r" b="b" t="t" l="l"/>
            <a:pathLst>
              <a:path h="7016663" w="3961827">
                <a:moveTo>
                  <a:pt x="0" y="0"/>
                </a:moveTo>
                <a:lnTo>
                  <a:pt x="3961827" y="0"/>
                </a:lnTo>
                <a:lnTo>
                  <a:pt x="3961827" y="7016663"/>
                </a:lnTo>
                <a:lnTo>
                  <a:pt x="0" y="7016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52500"/>
            <a:ext cx="567307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spc="-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기능 개요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6146" y="2773419"/>
            <a:ext cx="8185689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스크립트를 기반으로 퀴즈를 제공,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3592" y="3398533"/>
            <a:ext cx="9620349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퀴즈 결과와 설문을 종합하여 보고서 산출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397" y="5628291"/>
            <a:ext cx="4752021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음성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에 따른 수강생의 만족도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8397" y="6931296"/>
            <a:ext cx="6833049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설문조사와 퀴즈를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통한 학업 성취도 확인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1254" y="2288292"/>
            <a:ext cx="11569313" cy="122506"/>
            <a:chOff x="0" y="0"/>
            <a:chExt cx="2933984" cy="31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3984" cy="31068"/>
            </a:xfrm>
            <a:custGeom>
              <a:avLst/>
              <a:gdLst/>
              <a:ahLst/>
              <a:cxnLst/>
              <a:rect r="r" b="b" t="t" l="l"/>
              <a:pathLst>
                <a:path h="31068" w="2933984">
                  <a:moveTo>
                    <a:pt x="0" y="0"/>
                  </a:moveTo>
                  <a:lnTo>
                    <a:pt x="2933984" y="0"/>
                  </a:lnTo>
                  <a:lnTo>
                    <a:pt x="2933984" y="31068"/>
                  </a:lnTo>
                  <a:lnTo>
                    <a:pt x="0" y="31068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33984" cy="50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1254" y="3527056"/>
            <a:ext cx="11569313" cy="1786438"/>
          </a:xfrm>
          <a:custGeom>
            <a:avLst/>
            <a:gdLst/>
            <a:ahLst/>
            <a:cxnLst/>
            <a:rect r="r" b="b" t="t" l="l"/>
            <a:pathLst>
              <a:path h="1786438" w="11569313">
                <a:moveTo>
                  <a:pt x="0" y="0"/>
                </a:moveTo>
                <a:lnTo>
                  <a:pt x="11569313" y="0"/>
                </a:lnTo>
                <a:lnTo>
                  <a:pt x="11569313" y="1786438"/>
                </a:lnTo>
                <a:lnTo>
                  <a:pt x="0" y="178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7282" y="4884012"/>
            <a:ext cx="8747695" cy="5402988"/>
          </a:xfrm>
          <a:custGeom>
            <a:avLst/>
            <a:gdLst/>
            <a:ahLst/>
            <a:cxnLst/>
            <a:rect r="r" b="b" t="t" l="l"/>
            <a:pathLst>
              <a:path h="5402988" w="8747695">
                <a:moveTo>
                  <a:pt x="0" y="0"/>
                </a:moveTo>
                <a:lnTo>
                  <a:pt x="8747694" y="0"/>
                </a:lnTo>
                <a:lnTo>
                  <a:pt x="8747694" y="5402988"/>
                </a:lnTo>
                <a:lnTo>
                  <a:pt x="0" y="5402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52500"/>
            <a:ext cx="567307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spc="-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기능 개요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1254" y="5634981"/>
            <a:ext cx="827145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sz="38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강사는 산출된 결과보고서를 </a:t>
            </a:r>
          </a:p>
          <a:p>
            <a:pPr algn="l">
              <a:lnSpc>
                <a:spcPts val="5069"/>
              </a:lnSpc>
            </a:pPr>
            <a:r>
              <a:rPr lang="en-US" sz="38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제공받고 </a:t>
            </a:r>
            <a:r>
              <a:rPr lang="en-US" sz="38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학업성취와 만족도를 확인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1254" y="2606306"/>
            <a:ext cx="12373373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결과 보고서를 반영하여 기존 가이드 프롬프트에 추가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000">
            <a:off x="10265004" y="-26402"/>
            <a:ext cx="7671152" cy="10339804"/>
          </a:xfrm>
          <a:custGeom>
            <a:avLst/>
            <a:gdLst/>
            <a:ahLst/>
            <a:cxnLst/>
            <a:rect r="r" b="b" t="t" l="l"/>
            <a:pathLst>
              <a:path h="10339804" w="7671152">
                <a:moveTo>
                  <a:pt x="71816" y="0"/>
                </a:moveTo>
                <a:lnTo>
                  <a:pt x="7671152" y="53054"/>
                </a:lnTo>
                <a:lnTo>
                  <a:pt x="7599336" y="10339804"/>
                </a:lnTo>
                <a:lnTo>
                  <a:pt x="0" y="10286750"/>
                </a:lnTo>
                <a:lnTo>
                  <a:pt x="718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29" t="-1324" r="-36" b="-57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1254" y="952500"/>
            <a:ext cx="1183227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spc="-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핵심 기능설명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1254" y="2289188"/>
            <a:ext cx="9289566" cy="121610"/>
            <a:chOff x="0" y="0"/>
            <a:chExt cx="2355839" cy="3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5839" cy="30840"/>
            </a:xfrm>
            <a:custGeom>
              <a:avLst/>
              <a:gdLst/>
              <a:ahLst/>
              <a:cxnLst/>
              <a:rect r="r" b="b" t="t" l="l"/>
              <a:pathLst>
                <a:path h="30840" w="2355839">
                  <a:moveTo>
                    <a:pt x="0" y="0"/>
                  </a:moveTo>
                  <a:lnTo>
                    <a:pt x="2355839" y="0"/>
                  </a:lnTo>
                  <a:lnTo>
                    <a:pt x="2355839" y="30840"/>
                  </a:lnTo>
                  <a:lnTo>
                    <a:pt x="0" y="3084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55839" cy="49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948054"/>
            <a:ext cx="5935762" cy="62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2"/>
              </a:lnSpc>
              <a:spcBef>
                <a:spcPct val="0"/>
              </a:spcBef>
            </a:pPr>
            <a:r>
              <a:rPr lang="en-US" sz="36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node_script_assistant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6146" y="4614577"/>
            <a:ext cx="6781268" cy="709698"/>
            <a:chOff x="0" y="0"/>
            <a:chExt cx="1719733" cy="179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19733" cy="179980"/>
            </a:xfrm>
            <a:custGeom>
              <a:avLst/>
              <a:gdLst/>
              <a:ahLst/>
              <a:cxnLst/>
              <a:rect r="r" b="b" t="t" l="l"/>
              <a:pathLst>
                <a:path h="179980" w="1719733">
                  <a:moveTo>
                    <a:pt x="0" y="0"/>
                  </a:moveTo>
                  <a:lnTo>
                    <a:pt x="1719733" y="0"/>
                  </a:lnTo>
                  <a:lnTo>
                    <a:pt x="1719733" y="179980"/>
                  </a:lnTo>
                  <a:lnTo>
                    <a:pt x="0" y="17998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719733" cy="199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6146" y="5815886"/>
            <a:ext cx="8097854" cy="700902"/>
            <a:chOff x="0" y="0"/>
            <a:chExt cx="2053620" cy="1777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3620" cy="177749"/>
            </a:xfrm>
            <a:custGeom>
              <a:avLst/>
              <a:gdLst/>
              <a:ahLst/>
              <a:cxnLst/>
              <a:rect r="r" b="b" t="t" l="l"/>
              <a:pathLst>
                <a:path h="177749" w="2053620">
                  <a:moveTo>
                    <a:pt x="0" y="0"/>
                  </a:moveTo>
                  <a:lnTo>
                    <a:pt x="2053620" y="0"/>
                  </a:lnTo>
                  <a:lnTo>
                    <a:pt x="2053620" y="177749"/>
                  </a:lnTo>
                  <a:lnTo>
                    <a:pt x="0" y="177749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053620" cy="196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8397" y="4734476"/>
            <a:ext cx="6433398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퀴즈결과와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설문조사가 RDBMS에 저장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4486" y="5931783"/>
            <a:ext cx="7939514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DB에서 강의 정보를 호출 후 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LLM으로 요약생성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7012088"/>
            <a:ext cx="8493606" cy="707396"/>
            <a:chOff x="0" y="0"/>
            <a:chExt cx="2153983" cy="1793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3983" cy="179396"/>
            </a:xfrm>
            <a:custGeom>
              <a:avLst/>
              <a:gdLst/>
              <a:ahLst/>
              <a:cxnLst/>
              <a:rect r="r" b="b" t="t" l="l"/>
              <a:pathLst>
                <a:path h="179396" w="2153983">
                  <a:moveTo>
                    <a:pt x="0" y="0"/>
                  </a:moveTo>
                  <a:lnTo>
                    <a:pt x="2153983" y="0"/>
                  </a:lnTo>
                  <a:lnTo>
                    <a:pt x="2153983" y="179396"/>
                  </a:lnTo>
                  <a:lnTo>
                    <a:pt x="0" y="179396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53983" cy="198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65995" y="7140361"/>
            <a:ext cx="8226302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다음 노드에서 요약 반영하여</a:t>
            </a: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개선된 스크립트 생성</a:t>
            </a:r>
          </a:p>
          <a:p>
            <a:pPr algn="l">
              <a:lnSpc>
                <a:spcPts val="357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1254" y="952500"/>
            <a:ext cx="1183227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spc="-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최종 산출물 및 개선사항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0779" y="2289188"/>
            <a:ext cx="10368034" cy="121610"/>
            <a:chOff x="0" y="0"/>
            <a:chExt cx="2629339" cy="3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9339" cy="30840"/>
            </a:xfrm>
            <a:custGeom>
              <a:avLst/>
              <a:gdLst/>
              <a:ahLst/>
              <a:cxnLst/>
              <a:rect r="r" b="b" t="t" l="l"/>
              <a:pathLst>
                <a:path h="30840" w="2629339">
                  <a:moveTo>
                    <a:pt x="0" y="0"/>
                  </a:moveTo>
                  <a:lnTo>
                    <a:pt x="2629339" y="0"/>
                  </a:lnTo>
                  <a:lnTo>
                    <a:pt x="2629339" y="30840"/>
                  </a:lnTo>
                  <a:lnTo>
                    <a:pt x="0" y="3084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629339" cy="49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7995780"/>
            <a:ext cx="16230600" cy="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2"/>
              </a:lnSpc>
              <a:spcBef>
                <a:spcPct val="0"/>
              </a:spcBef>
            </a:pPr>
            <a:r>
              <a:rPr lang="en-US" sz="224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영상링크 : https://drive.google.com/file/d/1ASPoLawDibYFBT8nGsG4rJedolDoU29Y/view?usp=sharing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1254" y="2837075"/>
            <a:ext cx="1183227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500" spc="-8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개선사항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025352"/>
            <a:ext cx="7886349" cy="709698"/>
            <a:chOff x="0" y="0"/>
            <a:chExt cx="1999982" cy="179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9982" cy="179980"/>
            </a:xfrm>
            <a:custGeom>
              <a:avLst/>
              <a:gdLst/>
              <a:ahLst/>
              <a:cxnLst/>
              <a:rect r="r" b="b" t="t" l="l"/>
              <a:pathLst>
                <a:path h="179980" w="1999982">
                  <a:moveTo>
                    <a:pt x="0" y="0"/>
                  </a:moveTo>
                  <a:lnTo>
                    <a:pt x="1999982" y="0"/>
                  </a:lnTo>
                  <a:lnTo>
                    <a:pt x="1999982" y="179980"/>
                  </a:lnTo>
                  <a:lnTo>
                    <a:pt x="0" y="179980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99982" cy="199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226661"/>
            <a:ext cx="7208568" cy="700902"/>
            <a:chOff x="0" y="0"/>
            <a:chExt cx="1828097" cy="1777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097" cy="177749"/>
            </a:xfrm>
            <a:custGeom>
              <a:avLst/>
              <a:gdLst/>
              <a:ahLst/>
              <a:cxnLst/>
              <a:rect r="r" b="b" t="t" l="l"/>
              <a:pathLst>
                <a:path h="177749" w="1828097">
                  <a:moveTo>
                    <a:pt x="0" y="0"/>
                  </a:moveTo>
                  <a:lnTo>
                    <a:pt x="1828097" y="0"/>
                  </a:lnTo>
                  <a:lnTo>
                    <a:pt x="1828097" y="177749"/>
                  </a:lnTo>
                  <a:lnTo>
                    <a:pt x="0" y="177749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28097" cy="196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1254" y="6422864"/>
            <a:ext cx="4499704" cy="707396"/>
            <a:chOff x="0" y="0"/>
            <a:chExt cx="1141127" cy="179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1127" cy="179396"/>
            </a:xfrm>
            <a:custGeom>
              <a:avLst/>
              <a:gdLst/>
              <a:ahLst/>
              <a:cxnLst/>
              <a:rect r="r" b="b" t="t" l="l"/>
              <a:pathLst>
                <a:path h="179396" w="1141127">
                  <a:moveTo>
                    <a:pt x="0" y="0"/>
                  </a:moveTo>
                  <a:lnTo>
                    <a:pt x="1141127" y="0"/>
                  </a:lnTo>
                  <a:lnTo>
                    <a:pt x="1141127" y="179396"/>
                  </a:lnTo>
                  <a:lnTo>
                    <a:pt x="0" y="179396"/>
                  </a:lnTo>
                  <a:close/>
                </a:path>
              </a:pathLst>
            </a:custGeom>
            <a:solidFill>
              <a:srgbClr val="F1B61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41127" cy="198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2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48548" y="6551136"/>
            <a:ext cx="8226302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해당 서비스를 웹 플랫폼화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8548" y="5344007"/>
            <a:ext cx="7088719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PPT를 AI가 수정 할 수 있도록 완전 자동화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8548" y="4182345"/>
            <a:ext cx="8226302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7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사용자 맞춤형 AI 강의를 제공할 수 있도록 발전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DAHIB8y7ZSw</dc:identifier>
  <dcterms:modified xsi:type="dcterms:W3CDTF">2011-08-01T06:04:30Z</dcterms:modified>
  <cp:revision>1</cp:revision>
  <dc:title>AI 트랙 6반 18조</dc:title>
</cp:coreProperties>
</file>